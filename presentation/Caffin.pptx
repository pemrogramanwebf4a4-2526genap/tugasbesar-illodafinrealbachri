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CAFFIN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05840"/>
            <a:ext cx="3213463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Company Profile</a:t>
            </a:r>
          </a:p>
          <a:p>
            <a:pPr>
              <a:defRPr sz="2000"/>
            </a:pPr>
            <a:r>
              <a:t>Fashion Brand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Tentang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Nama Brand: CAFFIN</a:t>
            </a:r>
          </a:p>
          <a:p>
            <a:pPr>
              <a:defRPr sz="2000"/>
            </a:pPr>
            <a:r>
              <a:t>Konsep: Minimalist Streetwear</a:t>
            </a:r>
          </a:p>
          <a:p>
            <a:pPr>
              <a:defRPr sz="2000"/>
            </a:pPr>
            <a:r>
              <a:t>Target: Pria &amp; Wanita usia 17–35 tahun</a:t>
            </a:r>
          </a:p>
          <a:p>
            <a:pPr>
              <a:defRPr sz="2000"/>
            </a:pPr>
            <a:r>
              <a:t>Value: Premium Quality • Comfortable • Timeless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Visi &amp; Misi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Visi: Menjadi brand fashion lokal premium yang dikenal luas.</a:t>
            </a:r>
          </a:p>
          <a:p>
            <a:pPr>
              <a:defRPr sz="2000"/>
            </a:pPr>
            <a:r>
              <a:t>Misi: Menghadirkan produk berkualitas, desain modern, dan harga kompetitif.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Kategori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Kaos: Fitted Tee, Regular Fit, Boxy Oversize, Henley Fitted Tee</a:t>
            </a:r>
          </a:p>
          <a:p>
            <a:pPr>
              <a:defRPr sz="2000"/>
            </a:pPr>
            <a:r>
              <a:t>Celana: Baggy Sweatpants, Training Pants</a:t>
            </a:r>
          </a:p>
          <a:p>
            <a:pPr>
              <a:defRPr sz="2000"/>
            </a:pPr>
            <a:r>
              <a:t>Hoodie: Double Zipper, Zipper Boxy, Boxy Hoodie</a:t>
            </a:r>
          </a:p>
          <a:p>
            <a:pPr>
              <a:defRPr sz="2000"/>
            </a:pPr>
            <a:r>
              <a:t>Kemeja: Linen, Boxy Salur, Mino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Detail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Material Premium</a:t>
            </a:r>
          </a:p>
          <a:p>
            <a:pPr>
              <a:defRPr sz="2000"/>
            </a:pPr>
            <a:r>
              <a:t>Jahitan rapi</a:t>
            </a:r>
          </a:p>
          <a:p>
            <a:pPr>
              <a:defRPr sz="2000"/>
            </a:pPr>
            <a:r>
              <a:t>Nyaman dipakai sehari-hari</a:t>
            </a:r>
          </a:p>
          <a:p>
            <a:pPr>
              <a:defRPr sz="2000"/>
            </a:pPr>
            <a:r>
              <a:t>Desain modern &amp; unisex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Mahasiswa</a:t>
            </a:r>
          </a:p>
          <a:p>
            <a:pPr>
              <a:defRPr sz="2000"/>
            </a:pPr>
            <a:r>
              <a:t>Pekerja muda</a:t>
            </a:r>
          </a:p>
          <a:p>
            <a:pPr>
              <a:defRPr sz="2000"/>
            </a:pPr>
            <a:r>
              <a:t>Fashion enthusiast</a:t>
            </a:r>
          </a:p>
          <a:p>
            <a:pPr>
              <a:defRPr sz="2000"/>
            </a:pPr>
            <a:r>
              <a:t>Streetwear lovers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Brand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Warna: Black &amp; White</a:t>
            </a:r>
          </a:p>
          <a:p>
            <a:pPr>
              <a:defRPr sz="2000"/>
            </a:pPr>
            <a:r>
              <a:t>Gaya: Clean, Minimal, Modern</a:t>
            </a:r>
          </a:p>
          <a:p>
            <a:pPr>
              <a:defRPr sz="2000"/>
            </a:pPr>
            <a:r>
              <a:t>Logo menggunakan ikon 'C' yang dinamis.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Strategi Pemasaran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Website E-Commerce</a:t>
            </a:r>
          </a:p>
          <a:p>
            <a:pPr>
              <a:defRPr sz="2000"/>
            </a:pPr>
            <a:r>
              <a:t>Instagram &amp; TikTok</a:t>
            </a:r>
          </a:p>
          <a:p>
            <a:pPr>
              <a:defRPr sz="2000"/>
            </a:pPr>
            <a:r>
              <a:t>Marketplace</a:t>
            </a:r>
          </a:p>
          <a:p>
            <a:pPr>
              <a:defRPr sz="2000"/>
            </a:pPr>
            <a:r>
              <a:t>Affiliate &amp; Influencer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Keunggulan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Premium Fabric</a:t>
            </a:r>
          </a:p>
          <a:p>
            <a:pPr>
              <a:defRPr sz="2000"/>
            </a:pPr>
            <a:r>
              <a:t>Exclusive Design</a:t>
            </a:r>
          </a:p>
          <a:p>
            <a:pPr>
              <a:defRPr sz="2000"/>
            </a:pPr>
            <a:r>
              <a:t>Fast Delivery</a:t>
            </a:r>
          </a:p>
          <a:p>
            <a:pPr>
              <a:defRPr sz="2000"/>
            </a:pPr>
            <a:r>
              <a:t>Customer Friendly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6692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CAFFIN hadir sebagai brand fashion lokal dengan kualitas premium dan desain minimalis modern.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2356539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